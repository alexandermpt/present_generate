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914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Интеграция сервисов Mail в VK Мессенджер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>
                <a:solidFill>
                  <a:srgbClr val="BBCCDD"/>
                </a:solidFill>
              </a:defRPr>
            </a:pPr>
            <a:r>
              <a:t>Потенциал аудитории, прогноз выручки и MVP</a:t>
            </a:r>
            <a:br/>
            <a:r>
              <a:t>Анализ на основе данных VK, март 2026 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3A5C"/>
                </a:solidFill>
              </a:defRPr>
            </a:pPr>
            <a:r>
              <a:t>🚀  Какие сервисы Mail запускаем первыми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241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📌 6 продуктов: Почта, Облако, Задачи, Календарь, Заметки, VK Звонки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✔ Первый эшелон (минимальный порог входа):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Задачи — виджет в чате, создание из сообщения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Календарь — встречи прямо из переписки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Заметки — аналог «Избранного» Telegram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VK Звонки — расширение текущих звонков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✔ Второй эшелон: Облако (выгодные тарифы, но сложнее)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✔ Третий эшелон: Почта (громоздкий функционал)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&gt;&gt; Почему: привычные паттерны, быстрое влияние на retention и DAU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3A5C"/>
                </a:solidFill>
              </a:defRPr>
            </a:pPr>
            <a:r>
              <a:t>📈  Потенциальная аудитория и годовая выручка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241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📊 Исходные данные: MAU VK MAX = 107 млн, ARPU ≈ 570 ₽/год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🔹 Задачи      (20%): 21,4 млн чел. → 12,2 млрд ₽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🔹 Календарь   (25%): 26,75 млн чел. → 15,2 млрд ₽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🔹 Заметки     (20%): 21,4 млн чел. → 12,2 млрд ₽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🔹 VK Звонки   (50%): 53,5 млн чел. → 30,5 млрд ₽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🔹 Облако      (30%): 32,1 млн чел. → 18,3 млрд ₽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💰 Суммарный потенциал – более 88 млрд ₽/год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&gt;&gt; Первыми внедряем Задачи + Заметки (быстрый эффект, низкая сложность)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3A5C"/>
                </a:solidFill>
              </a:defRPr>
            </a:pPr>
            <a:r>
              <a:t>🔎  Конкурентный ландшафт (Россия)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241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🔍 Ключевые конкуренты: Telegram, ТамТам, TenChat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✅ Базовые функции (чаты, звонки, боты, группы) – у всех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✅ Кошелёк / переводы – у MAX и Telegram (остальные ❌)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✅ Избранное (заметки) – у MAX, Telegram, TenChat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✅ Вложенные каналы – только у MAX и Telegram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💎 Уникальное преимущество MAX: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Интеграция Задач, Календаря, Облака прямо в мессенджер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Ни у кого из конкурентов такого нет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3A5C"/>
                </a:solidFill>
              </a:defRPr>
            </a:pPr>
            <a:r>
              <a:t>💡  Ключевые гипотезы роста и методы проверки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241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🚀 Высокий приоритет: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Заметки + Задачи → +5% retention, +20% DAU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Календарь → +10 пунктов scroll depth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VK Звонки → +5% ежедневный retention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A/B-тест 2 недели (50/50%)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🔬 Discovery до разработки: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10–15 кастдев-интервью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Опрос 1000+ активных пользователей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Аналитика точек выхода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💡 Дополнительно: упрощение API и ботов, приватные каналы, кошелёк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3A5C"/>
                </a:solidFill>
              </a:defRPr>
            </a:pPr>
            <a:r>
              <a:t>🎯  MVP: Заметки + Задачи как единый виджет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241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🎯 Первый релиз — виджет внутри чата: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Создание заметки/задачи из сообщения (одна кнопка)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Дедлайн и напоминание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Вкладка «Все задачи»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Шеринг задачи в чате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⚡ Почему они: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Минимальная сложность разработки, без доп. авторизации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Закрывают главную боль: закреплённые сообщения вместо заметок</a:t>
            </a:r>
          </a:p>
          <a:p>
            <a:pPr lvl="1"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●     ● Быстрый измеряемый эффект на retention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●  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</a:defRPr>
            </a:pPr>
            <a:r>
              <a:t>👉 После проверки гипотез → Календарь и VK Звонки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